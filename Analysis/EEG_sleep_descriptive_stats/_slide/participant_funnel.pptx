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53 scored recordings -&gt; 26 low motion with intact bottom slices -&gt; 21 of those have EEG scoring -&gt; 19 have at least one stable NREM epoch of 90 s. Final analysis sample n =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funnel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scored recordings to the final analysis sample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C3D5EA"/>
          </a:solidFill>
          <a:ln/>
        </p:spPr>
      </p:sp>
      <p:sp>
        <p:nvSpPr>
          <p:cNvPr id="5" name="Text 3"/>
          <p:cNvSpPr/>
          <p:nvPr/>
        </p:nvSpPr>
        <p:spPr>
          <a:xfrm>
            <a:off x="466344" y="10789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1078992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sleep scoring available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1655064"/>
            <a:ext cx="0" cy="164592"/>
          </a:xfrm>
          <a:prstGeom prst="line">
            <a:avLst/>
          </a:prstGeom>
          <a:noFill/>
          <a:ln w="15875">
            <a:solidFill>
              <a:srgbClr val="B9C0C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" y="184708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87ABD3"/>
          </a:solidFill>
          <a:ln/>
        </p:spPr>
      </p:sp>
      <p:sp>
        <p:nvSpPr>
          <p:cNvPr id="9" name="Text 7"/>
          <p:cNvSpPr/>
          <p:nvPr/>
        </p:nvSpPr>
        <p:spPr>
          <a:xfrm>
            <a:off x="923544" y="18470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91640" y="184708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motion + intact bottom slices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847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184708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motion or damaged bottom slices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88920" y="2423160"/>
            <a:ext cx="0" cy="164592"/>
          </a:xfrm>
          <a:prstGeom prst="line">
            <a:avLst/>
          </a:prstGeom>
          <a:noFill/>
          <a:ln w="15875">
            <a:solidFill>
              <a:srgbClr val="B9C0C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143000" y="261518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4A79B5"/>
          </a:solidFill>
          <a:ln/>
        </p:spPr>
      </p:sp>
      <p:sp>
        <p:nvSpPr>
          <p:cNvPr id="15" name="Text 13"/>
          <p:cNvSpPr/>
          <p:nvPr/>
        </p:nvSpPr>
        <p:spPr>
          <a:xfrm>
            <a:off x="1289304" y="2615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57400" y="2615184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scoring present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2615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0" y="261518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sleep scoring file (P20, 21, 33, 53, 57)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88920" y="3191256"/>
            <a:ext cx="0" cy="164592"/>
          </a:xfrm>
          <a:prstGeom prst="line">
            <a:avLst/>
          </a:prstGeom>
          <a:noFill/>
          <a:ln w="15875">
            <a:solidFill>
              <a:srgbClr val="B9C0C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17320" y="33832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1E3D6B"/>
          </a:solidFill>
          <a:ln/>
        </p:spPr>
      </p:sp>
      <p:sp>
        <p:nvSpPr>
          <p:cNvPr id="21" name="Text 19"/>
          <p:cNvSpPr/>
          <p:nvPr/>
        </p:nvSpPr>
        <p:spPr>
          <a:xfrm>
            <a:off x="1563624" y="3383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331720" y="338328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stable NREM epoch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90 s of continuous NREM (P63, 64)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22452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2245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analysis sample  n = 19</a:t>
            </a:r>
            <a:pPr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CSF and gBOLD segmented, sleep and wake, same participants in both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2026-08-21T08:00:05Z</dcterms:created>
  <dcterms:modified xsi:type="dcterms:W3CDTF">2026-08-21T08:00:05Z</dcterms:modified>
</cp:coreProperties>
</file>